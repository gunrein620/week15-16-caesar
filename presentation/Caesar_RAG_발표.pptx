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57200"/>
            <a:ext cx="4937760" cy="4937760"/>
          </a:xfrm>
          <a:prstGeom prst="ellipse">
            <a:avLst/>
          </a:prstGeom>
          <a:solidFill>
            <a:srgbClr val="F1F5F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2120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52120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365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RESCENE 팬 아카이브 · Week 15–16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DB가 아니라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인가?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749808" y="4224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키워드를 넘어 '의미'로 검색하는 팬 아카이브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808" y="477316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5B7FE3"/>
          </a:solidFill>
          <a:ln/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4745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78240" y="1325880"/>
            <a:ext cx="2697480" cy="434340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C4D3F6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46920" y="1527048"/>
            <a:ext cx="960120" cy="109728"/>
          </a:xfrm>
          <a:prstGeom prst="roundRect">
            <a:avLst>
              <a:gd name="adj" fmla="val 50000"/>
            </a:avLst>
          </a:prstGeom>
          <a:solidFill>
            <a:srgbClr val="E2E7F2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RESCENE 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2240280"/>
            <a:ext cx="1783080" cy="640080"/>
          </a:xfrm>
          <a:prstGeom prst="roundRect">
            <a:avLst>
              <a:gd name="adj" fmla="val 22857"/>
            </a:avLst>
          </a:prstGeom>
          <a:solidFill>
            <a:srgbClr val="EFF1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62288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데뷔 초 힘들었던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얘기 영상?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36608" y="3044952"/>
            <a:ext cx="1783080" cy="694944"/>
          </a:xfrm>
          <a:prstGeom prst="roundRect">
            <a:avLst>
              <a:gd name="adj" fmla="val 21053"/>
            </a:avLst>
          </a:prstGeom>
          <a:solidFill>
            <a:srgbClr val="5B7FE3"/>
          </a:solidFill>
          <a:ln/>
        </p:spPr>
      </p:sp>
      <p:sp>
        <p:nvSpPr>
          <p:cNvPr id="20" name="Text 18"/>
          <p:cNvSpPr/>
          <p:nvPr/>
        </p:nvSpPr>
        <p:spPr>
          <a:xfrm>
            <a:off x="9546336" y="304495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EP.2 3:24 장면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찾았어요 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3941064"/>
            <a:ext cx="2167128" cy="841248"/>
          </a:xfrm>
          <a:prstGeom prst="roundRect">
            <a:avLst>
              <a:gd name="adj" fmla="val 15217"/>
            </a:avLst>
          </a:prstGeom>
          <a:solidFill>
            <a:srgbClr val="F4F8FF"/>
          </a:solidFill>
          <a:ln w="12700">
            <a:solidFill>
              <a:srgbClr val="C4D3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[1] </a:t>
            </a:r>
            <a:pPr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· 자막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8972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데뷔 비하인드 EP.2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5C79D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035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6035040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5EC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MCP · Agent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8404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2120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2120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C79D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MCP ·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4739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C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팬은 키워드가 아니라 </a:t>
            </a:r>
            <a:pPr indent="0" marL="0">
              <a:buNone/>
            </a:pPr>
            <a:r>
              <a:rPr lang="en-US" sz="28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'말'</a:t>
            </a:r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묻는다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C4D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팬이 검색창에 쓰는 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933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“데뷔 초에 힘들었던 얘기 나온 영상”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4937760" cy="2487168"/>
          </a:xfrm>
          <a:prstGeom prst="roundRect">
            <a:avLst>
              <a:gd name="adj" fmla="val 4779"/>
            </a:avLst>
          </a:prstGeom>
          <a:solidFill>
            <a:srgbClr val="F8F9FC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질문이 쓴 단어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4672" y="3474720"/>
            <a:ext cx="4425696" cy="566928"/>
          </a:xfrm>
          <a:prstGeom prst="roundRect">
            <a:avLst>
              <a:gd name="adj" fmla="val 16129"/>
            </a:avLst>
          </a:prstGeom>
          <a:solidFill>
            <a:srgbClr val="EF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47472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힘들었던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" y="4169664"/>
            <a:ext cx="4425696" cy="566928"/>
          </a:xfrm>
          <a:prstGeom prst="roundRect">
            <a:avLst>
              <a:gd name="adj" fmla="val 16129"/>
            </a:avLst>
          </a:prstGeom>
          <a:solidFill>
            <a:srgbClr val="EF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6966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데뷔 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02552" y="2724912"/>
            <a:ext cx="4937760" cy="2487168"/>
          </a:xfrm>
          <a:prstGeom prst="roundRect">
            <a:avLst>
              <a:gd name="adj" fmla="val 4779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58584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자막의 실제 단어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958584" y="3474720"/>
            <a:ext cx="44256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347472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연습생 때 매일 울었어요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58584" y="4169664"/>
            <a:ext cx="442569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416966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데뷔 준비 진짜 빡셌죠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28716" y="3602736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BDBB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28716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4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≠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548640" y="5504688"/>
            <a:ext cx="11091672" cy="713232"/>
          </a:xfrm>
          <a:prstGeom prst="roundRect">
            <a:avLst>
              <a:gd name="adj" fmla="val 16667"/>
            </a:avLst>
          </a:prstGeom>
          <a:solidFill>
            <a:srgbClr val="EAF0F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504688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의미인데 단어가 안 겹친다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검색은 여기서 멈춘다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8404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2120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2120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C79D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MCP ·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4739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C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검색</a:t>
            </a:r>
            <a:pPr indent="0" marL="0">
              <a:buNone/>
            </a:pPr>
            <a:r>
              <a:rPr lang="en-US" sz="2800" b="1" dirty="0">
                <a:solidFill>
                  <a:srgbClr val="9A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vs  </a:t>
            </a:r>
            <a:pPr indent="0" marL="0">
              <a:buNone/>
            </a:pPr>
            <a:r>
              <a:rPr lang="en-US" sz="28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1536192"/>
            <a:ext cx="11091672" cy="749808"/>
          </a:xfrm>
          <a:prstGeom prst="roundRect">
            <a:avLst>
              <a:gd name="adj" fmla="val 15854"/>
            </a:avLst>
          </a:prstGeom>
          <a:solidFill>
            <a:srgbClr val="F4F8FF"/>
          </a:solidFill>
          <a:ln w="12700">
            <a:solidFill>
              <a:srgbClr val="C4D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53619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      </a:t>
            </a:r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“데뷔 초에 힘들었던 얘기 나온 영상 찾아줘”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5440680" cy="3035808"/>
          </a:xfrm>
          <a:prstGeom prst="roundRect">
            <a:avLst>
              <a:gd name="adj" fmla="val 3916"/>
            </a:avLst>
          </a:prstGeom>
          <a:solidFill>
            <a:srgbClr val="F8F9FC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688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검색만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86200" y="272491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일치 · LIKE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273552"/>
            <a:ext cx="489204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3814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단어가 그대로 있어야 매칭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단어가 안 겹치면 검색 실패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의미·맥락은 이해하지 못함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882896"/>
            <a:ext cx="4892040" cy="512064"/>
          </a:xfrm>
          <a:prstGeom prst="roundRect">
            <a:avLst>
              <a:gd name="adj" fmla="val 17857"/>
            </a:avLst>
          </a:prstGeom>
          <a:solidFill>
            <a:srgbClr val="FB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88289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</a:t>
            </a:r>
            <a:pPr indent="0" marL="0">
              <a:buNone/>
            </a:pPr>
            <a:r>
              <a:rPr lang="en-US" sz="1350" b="1" dirty="0">
                <a:solidFill>
                  <a:srgbClr val="A634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찾음 / 엉뚱한 결과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99632" y="2487168"/>
            <a:ext cx="5440680" cy="3035808"/>
          </a:xfrm>
          <a:prstGeom prst="roundRect">
            <a:avLst>
              <a:gd name="adj" fmla="val 3916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2688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537192" y="272491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B7FE3"/>
          </a:solidFill>
          <a:ln/>
        </p:spPr>
      </p:sp>
      <p:sp>
        <p:nvSpPr>
          <p:cNvPr id="24" name="Text 22"/>
          <p:cNvSpPr/>
          <p:nvPr/>
        </p:nvSpPr>
        <p:spPr>
          <a:xfrm>
            <a:off x="953719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+ 답변 생성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73952" y="3273552"/>
            <a:ext cx="489204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43814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의도 파싱 (영상·주제)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의미(벡터) + 키워드 동시 검색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재정렬 후 근거 달아 답변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73952" y="4882896"/>
            <a:ext cx="4892040" cy="512064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88289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0E5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EP.2 3:24 + 출처 [1][2]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742432"/>
            <a:ext cx="11091672" cy="548640"/>
          </a:xfrm>
          <a:prstGeom prst="roundRect">
            <a:avLst>
              <a:gd name="adj" fmla="val 21667"/>
            </a:avLst>
          </a:prstGeom>
          <a:solidFill>
            <a:srgbClr val="EAF0FD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74243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 </a:t>
            </a:r>
            <a:pPr algn="ctr" indent="0" marL="0"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정확 필터는 SQL, 의미 검색은 벡터로 함께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8404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2120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2120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C79D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MCP ·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4739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C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" y="13350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한 번에 의미 검색 · 정확 필터 · LLM 재정렬이 함께 동작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8F9FC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질문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팬이 쓴 말 그대로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96950" y="1746504"/>
            <a:ext cx="384048" cy="384048"/>
          </a:xfrm>
          <a:prstGeom prst="ellipse">
            <a:avLst/>
          </a:prstGeom>
          <a:solidFill>
            <a:srgbClr val="8C93A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9695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3047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8533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 파싱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날짜·멤버수·출처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78785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78785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1322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6808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+ 키워드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61534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6153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5060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9924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· 부스트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정확조건 + 가중치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43370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4337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7689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3175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재정렬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gpt-5.5-mini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25205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25205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5964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E7F5E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1450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5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답변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출처[1][2] · SSE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607954" y="1746504"/>
            <a:ext cx="384048" cy="384048"/>
          </a:xfrm>
          <a:prstGeom prst="ellipse">
            <a:avLst/>
          </a:prstGeom>
          <a:solidFill>
            <a:srgbClr val="12936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60795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29307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11142" y="2372868"/>
            <a:ext cx="202082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993892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75727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757562" y="2372868"/>
            <a:ext cx="202082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49040" y="2862072"/>
            <a:ext cx="0" cy="210312"/>
          </a:xfrm>
          <a:prstGeom prst="line">
            <a:avLst/>
          </a:prstGeom>
          <a:noFill/>
          <a:ln w="22225">
            <a:solidFill>
              <a:srgbClr val="9DB2E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409176" y="2862072"/>
            <a:ext cx="0" cy="210312"/>
          </a:xfrm>
          <a:prstGeom prst="line">
            <a:avLst/>
          </a:prstGeom>
          <a:noFill/>
          <a:ln w="22225">
            <a:solidFill>
              <a:srgbClr val="9DB2E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3127248"/>
            <a:ext cx="6400800" cy="2542032"/>
          </a:xfrm>
          <a:prstGeom prst="roundRect">
            <a:avLst>
              <a:gd name="adj" fmla="val 4676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3291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983480" y="33101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310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+ 키워드 동시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2960" y="3822192"/>
            <a:ext cx="585216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" y="3968496"/>
            <a:ext cx="182880" cy="182880"/>
          </a:xfrm>
          <a:prstGeom prst="ellipse">
            <a:avLst/>
          </a:prstGeom>
          <a:solidFill>
            <a:srgbClr val="5B7FE3"/>
          </a:solidFill>
          <a:ln/>
        </p:spPr>
      </p:sp>
      <p:sp>
        <p:nvSpPr>
          <p:cNvPr id="49" name="Text 47"/>
          <p:cNvSpPr/>
          <p:nvPr/>
        </p:nvSpPr>
        <p:spPr>
          <a:xfrm>
            <a:off x="1115568" y="3913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검색 · 의미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9536" y="42793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 보강 (질문 + 핵심 키워드)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text-embedding-3-small 임베딩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 &lt;=&gt; 코사인 · 상위 120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58768" y="3968496"/>
            <a:ext cx="182880" cy="182880"/>
          </a:xfrm>
          <a:prstGeom prst="ellipse">
            <a:avLst/>
          </a:prstGeom>
          <a:solidFill>
            <a:srgbClr val="8C93A8"/>
          </a:solidFill>
          <a:ln/>
        </p:spPr>
      </p:sp>
      <p:sp>
        <p:nvSpPr>
          <p:cNvPr id="52" name="Text 50"/>
          <p:cNvSpPr/>
          <p:nvPr/>
        </p:nvSpPr>
        <p:spPr>
          <a:xfrm>
            <a:off x="4133088" y="3913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검색 · 정확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77056" y="42793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ilike 부분 일치 검색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 무시 매칭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단어 그대로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2960" y="5248656"/>
            <a:ext cx="5852160" cy="329184"/>
          </a:xfrm>
          <a:prstGeom prst="roundRect">
            <a:avLst>
              <a:gd name="adj" fmla="val 27778"/>
            </a:avLst>
          </a:prstGeom>
          <a:solidFill>
            <a:srgbClr val="EAF0FD"/>
          </a:solidFill>
          <a:ln/>
        </p:spPr>
      </p:sp>
      <p:sp>
        <p:nvSpPr>
          <p:cNvPr id="55" name="Text 53"/>
          <p:cNvSpPr/>
          <p:nvPr/>
        </p:nvSpPr>
        <p:spPr>
          <a:xfrm>
            <a:off x="1024128" y="52486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합집합</a:t>
            </a:r>
            <a:pPr indent="0" marL="0"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후 소스 단위 중복 제거 → 상위 후보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78040" y="3127248"/>
            <a:ext cx="4462272" cy="2542032"/>
          </a:xfrm>
          <a:prstGeom prst="roundRect">
            <a:avLst>
              <a:gd name="adj" fmla="val 4676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452360" y="3291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④–⑤ </a:t>
            </a:r>
            <a:pPr indent="0" marL="0">
              <a:buNone/>
            </a:pPr>
            <a:r>
              <a:rPr lang="en-US" sz="14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· 부스트 · 재정렬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452360" y="3822192"/>
            <a:ext cx="393192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70648" y="3986784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미디어 · 멤버 수 필터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 / 제외어 정확 매칭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archive(곡·앨범) 가중 · 상한 0.35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= 코사인 + 부스트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재정렬 gpt-5.5-mini · 1페이지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5779008"/>
            <a:ext cx="11091672" cy="548640"/>
          </a:xfrm>
          <a:prstGeom prst="roundRect">
            <a:avLst>
              <a:gd name="adj" fmla="val 21667"/>
            </a:avLst>
          </a:prstGeom>
          <a:solidFill>
            <a:srgbClr val="EAF0FD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" y="577900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   </a:t>
            </a:r>
            <a:pPr algn="ctr" indent="0" marL="0">
              <a:buNone/>
            </a:pPr>
            <a:r>
              <a:rPr lang="en-US" sz="12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자막(타임스탬프 딥링크) · 게시글 · 브리핑 · Naver 뉴스/블로그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8404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21208"/>
            <a:ext cx="118872" cy="118872"/>
          </a:xfrm>
          <a:prstGeom prst="rect">
            <a:avLst/>
          </a:prstGeom>
          <a:solidFill>
            <a:srgbClr val="9DB2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21208"/>
            <a:ext cx="118872" cy="118872"/>
          </a:xfrm>
          <a:prstGeom prst="rect">
            <a:avLst/>
          </a:prstGeom>
          <a:solidFill>
            <a:srgbClr val="5B7FE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Caesar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C79D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MCP ·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4739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C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· Backend · Database · External sync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523744"/>
            <a:ext cx="237744" cy="237744"/>
          </a:xfrm>
          <a:prstGeom prst="ellipse">
            <a:avLst/>
          </a:prstGeom>
          <a:solidFill>
            <a:srgbClr val="8C93A8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0779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124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· TypeScript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빌드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Query 상태관리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 실시간 스트리밍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2523744"/>
            <a:ext cx="237744" cy="237744"/>
          </a:xfrm>
          <a:prstGeom prst="ellipse">
            <a:avLst/>
          </a:prstGeom>
          <a:solidFill>
            <a:srgbClr val="5B7FE3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0255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55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00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· Python 3.12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SQLAlchemy · Alembic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임베딩 + LLM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· MCP 에이전트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30768" y="2523744"/>
            <a:ext cx="237744" cy="237744"/>
          </a:xfrm>
          <a:prstGeom prst="ellipse">
            <a:avLst/>
          </a:prstGeom>
          <a:solidFill>
            <a:srgbClr val="12936A"/>
          </a:solidFill>
          <a:ln/>
        </p:spPr>
      </p:sp>
      <p:sp>
        <p:nvSpPr>
          <p:cNvPr id="28" name="Text 26"/>
          <p:cNvSpPr/>
          <p:nvPr/>
        </p:nvSpPr>
        <p:spPr>
          <a:xfrm>
            <a:off x="879652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9731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731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3076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 벡터 검색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psycopg 3 드라이버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게시글·영상·임베딩 저장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8056"/>
            </a:avLst>
          </a:prstGeom>
          <a:solidFill>
            <a:srgbClr val="EAF0FD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데이터 수집   </a:t>
            </a:r>
            <a:pPr algn="ctr" indent="0" marL="0"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YouTube 영상·자막 · Naver 뉴스/블로그 자동 동기화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· MCP · Agent</dc:title>
  <dc:subject>PptxGenJS Presentation</dc:subject>
  <dc:creator>Caesar</dc:creator>
  <cp:lastModifiedBy>Caesar</cp:lastModifiedBy>
  <cp:revision>1</cp:revision>
  <dcterms:created xsi:type="dcterms:W3CDTF">2026-06-17T04:33:52Z</dcterms:created>
  <dcterms:modified xsi:type="dcterms:W3CDTF">2026-06-17T04:33:52Z</dcterms:modified>
</cp:coreProperties>
</file>